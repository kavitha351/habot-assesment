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17232-56EF-41B0-958D-7FA7AE935928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314C0-5CB6-4FF7-AAEB-3663AFD21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569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314C0-5CB6-4FF7-AAEB-3663AFD21F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14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DF82-0240-01F2-34B0-3FF718A4A0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Habot Hiring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B6B583-8767-D2D1-2D31-36EFEE65A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09998"/>
            <a:ext cx="8689976" cy="563252"/>
          </a:xfrm>
        </p:spPr>
        <p:txBody>
          <a:bodyPr/>
          <a:lstStyle/>
          <a:p>
            <a:r>
              <a:rPr lang="en-IN" dirty="0"/>
              <a:t>Junior Google &amp; DevOps Engineer </a:t>
            </a:r>
          </a:p>
        </p:txBody>
      </p:sp>
    </p:spTree>
    <p:extLst>
      <p:ext uri="{BB962C8B-B14F-4D97-AF65-F5344CB8AC3E}">
        <p14:creationId xmlns:p14="http://schemas.microsoft.com/office/powerpoint/2010/main" val="280860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24DC-8255-BEA3-C30E-53C80CE30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52064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4E11-447C-55A1-4D6C-372E8CE290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668544"/>
            <a:ext cx="10363826" cy="4122655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IN" dirty="0"/>
          </a:p>
          <a:p>
            <a:pPr marL="0" indent="0" algn="ctr">
              <a:buNone/>
            </a:pPr>
            <a:r>
              <a:rPr lang="en-IN" dirty="0"/>
              <a:t> Name: Kavitha Kumari</a:t>
            </a:r>
          </a:p>
          <a:p>
            <a:pPr marL="0" indent="0" algn="ctr">
              <a:buNone/>
            </a:pPr>
            <a:r>
              <a:rPr lang="en-IN" dirty="0"/>
              <a:t>Email: </a:t>
            </a:r>
            <a:r>
              <a:rPr lang="en-IN" cap="none" dirty="0"/>
              <a:t>kavithakumari351@gmail.com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Project repository: </a:t>
            </a:r>
            <a:r>
              <a:rPr lang="en-IN" cap="none" dirty="0"/>
              <a:t>https://github.com/kavitha351/habot-assesment.git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06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43DD8-10E9-1BC9-2265-27E4F8865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1049518"/>
          </a:xfrm>
        </p:spPr>
        <p:txBody>
          <a:bodyPr/>
          <a:lstStyle/>
          <a:p>
            <a:r>
              <a:rPr lang="en-US" dirty="0"/>
              <a:t>About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2983B-ECC2-D4F1-A067-6CD559A47D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78062" y="1866507"/>
            <a:ext cx="6200163" cy="3924692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IN" cap="none" dirty="0"/>
              <a:t>Designed a secure Google </a:t>
            </a:r>
            <a:r>
              <a:rPr lang="en-IN" cap="none" dirty="0" err="1"/>
              <a:t>Google</a:t>
            </a:r>
            <a:r>
              <a:rPr lang="en-IN" cap="none" dirty="0"/>
              <a:t> infrastructure using Terraform, implemented a fail-closed CI/CD pipeline using </a:t>
            </a:r>
            <a:r>
              <a:rPr lang="en-IN" cap="none" dirty="0" err="1"/>
              <a:t>Github</a:t>
            </a:r>
            <a:r>
              <a:rPr lang="en-IN" cap="none" dirty="0"/>
              <a:t> Actions, and created strict Django REST framework validation for student onboarding data.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D56C5-D8B4-835B-20EA-DB90B004F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74" y="2017335"/>
            <a:ext cx="3935689" cy="4072379"/>
          </a:xfrm>
        </p:spPr>
        <p:txBody>
          <a:bodyPr>
            <a:normAutofit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React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Django REST API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Google Storage</a:t>
            </a:r>
          </a:p>
          <a:p>
            <a:r>
              <a:rPr lang="en-IN" dirty="0"/>
              <a:t>↓</a:t>
            </a:r>
          </a:p>
          <a:p>
            <a:r>
              <a:rPr lang="en-IN" dirty="0" err="1"/>
              <a:t>BigQuery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09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852026-CBA7-6ECA-0201-6F50A2BA4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599"/>
            <a:ext cx="3935688" cy="738433"/>
          </a:xfrm>
        </p:spPr>
        <p:txBody>
          <a:bodyPr>
            <a:normAutofit/>
          </a:bodyPr>
          <a:lstStyle/>
          <a:p>
            <a:r>
              <a:rPr lang="en-US" dirty="0"/>
              <a:t>Terraform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D1FDF6-5CF2-E62C-163E-BD07A353160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078413" y="1553741"/>
            <a:ext cx="6199187" cy="329331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FF9E6A-C726-BF7E-0371-C8531A26E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74" y="1553741"/>
            <a:ext cx="3935689" cy="4237459"/>
          </a:xfrm>
        </p:spPr>
        <p:txBody>
          <a:bodyPr>
            <a:normAutofit lnSpcReduction="1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Terraform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Google Cloud Storage</a:t>
            </a:r>
          </a:p>
          <a:p>
            <a:r>
              <a:rPr lang="en-IN" dirty="0"/>
              <a:t>(Raw Landing Bucket)</a:t>
            </a:r>
          </a:p>
          <a:p>
            <a:r>
              <a:rPr lang="en-IN" dirty="0"/>
              <a:t>↓</a:t>
            </a:r>
          </a:p>
          <a:p>
            <a:r>
              <a:rPr lang="en-IN" dirty="0" err="1"/>
              <a:t>BigQuery</a:t>
            </a:r>
            <a:r>
              <a:rPr lang="en-IN" dirty="0"/>
              <a:t> Dataset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IAM Policies</a:t>
            </a:r>
          </a:p>
          <a:p>
            <a:r>
              <a:rPr lang="en-IN" dirty="0"/>
              <a:t>(Least Privilege)</a:t>
            </a:r>
          </a:p>
        </p:txBody>
      </p:sp>
    </p:spTree>
    <p:extLst>
      <p:ext uri="{BB962C8B-B14F-4D97-AF65-F5344CB8AC3E}">
        <p14:creationId xmlns:p14="http://schemas.microsoft.com/office/powerpoint/2010/main" val="4093632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C583-8BED-C4A3-C7A4-CA60FC70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84040"/>
          </a:xfrm>
        </p:spPr>
        <p:txBody>
          <a:bodyPr/>
          <a:lstStyle/>
          <a:p>
            <a:r>
              <a:rPr lang="en-US" dirty="0"/>
              <a:t>Security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55C41-549C-0EC1-6FB8-123017293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857080"/>
            <a:ext cx="10363826" cy="393411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🪣 Uniform Bucket Level Access </a:t>
            </a:r>
          </a:p>
          <a:p>
            <a:pPr marL="0" indent="0">
              <a:buNone/>
            </a:pPr>
            <a:r>
              <a:rPr lang="en-IN" dirty="0"/>
              <a:t>🔒 Public Access Prevention </a:t>
            </a:r>
          </a:p>
          <a:p>
            <a:pPr marL="0" indent="0">
              <a:buNone/>
            </a:pPr>
            <a:r>
              <a:rPr lang="en-IN" dirty="0"/>
              <a:t>👤 IAM Least Privilege </a:t>
            </a:r>
          </a:p>
          <a:p>
            <a:pPr marL="0" indent="0">
              <a:buNone/>
            </a:pPr>
            <a:r>
              <a:rPr lang="en-IN" dirty="0"/>
              <a:t>📊 </a:t>
            </a:r>
            <a:r>
              <a:rPr lang="en-IN" dirty="0" err="1"/>
              <a:t>BigQuery</a:t>
            </a:r>
            <a:r>
              <a:rPr lang="en-IN" dirty="0"/>
              <a:t> Read-only Access </a:t>
            </a:r>
          </a:p>
          <a:p>
            <a:pPr marL="0" indent="0">
              <a:buNone/>
            </a:pPr>
            <a:r>
              <a:rPr lang="en-IN" dirty="0"/>
              <a:t>🛡 Terraform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851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7FFE-5092-4D32-ACCD-59B3362E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542042"/>
            <a:ext cx="10364451" cy="579748"/>
          </a:xfrm>
        </p:spPr>
        <p:txBody>
          <a:bodyPr>
            <a:normAutofit fontScale="90000"/>
          </a:bodyPr>
          <a:lstStyle/>
          <a:p>
            <a:r>
              <a:rPr lang="en-US" dirty="0"/>
              <a:t>Ci/cd pipeline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F3609-C554-D0FF-03E4-A2E8FB07C1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121789"/>
            <a:ext cx="10363826" cy="556181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dirty="0"/>
              <a:t>Developer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GitHub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GitHub Actions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Terraform Format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Terraform Validate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Python Lint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Secret Scan</a:t>
            </a:r>
          </a:p>
          <a:p>
            <a:pPr marL="0" indent="0" algn="ctr">
              <a:buNone/>
            </a:pPr>
            <a:r>
              <a:rPr lang="en-IN" dirty="0"/>
              <a:t>↓</a:t>
            </a:r>
          </a:p>
          <a:p>
            <a:pPr marL="0" indent="0" algn="ctr">
              <a:buNone/>
            </a:pPr>
            <a:r>
              <a:rPr lang="en-IN" dirty="0"/>
              <a:t>PASS / FAIL</a:t>
            </a:r>
          </a:p>
        </p:txBody>
      </p:sp>
    </p:spTree>
    <p:extLst>
      <p:ext uri="{BB962C8B-B14F-4D97-AF65-F5344CB8AC3E}">
        <p14:creationId xmlns:p14="http://schemas.microsoft.com/office/powerpoint/2010/main" val="4039496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5C60-7A65-5B22-9A93-6EA5C119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14357"/>
          </a:xfrm>
        </p:spPr>
        <p:txBody>
          <a:bodyPr/>
          <a:lstStyle/>
          <a:p>
            <a:r>
              <a:rPr lang="en-US" dirty="0"/>
              <a:t>Workflow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964D84-8961-B10D-DDE8-EAE1779A755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94648" y="1433513"/>
            <a:ext cx="8202704" cy="43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67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84BE-2786-D34A-29F6-6FD28816F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04930"/>
          </a:xfrm>
        </p:spPr>
        <p:txBody>
          <a:bodyPr/>
          <a:lstStyle/>
          <a:p>
            <a:r>
              <a:rPr lang="en-US" dirty="0"/>
              <a:t>Workflow Steps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E2B15-541F-4FC8-9B7F-459E409FD0F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85683" y="1423988"/>
            <a:ext cx="8220633" cy="436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03E2D-AE6B-4BF3-36A7-62074B46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720089"/>
          </a:xfrm>
        </p:spPr>
        <p:txBody>
          <a:bodyPr>
            <a:normAutofit fontScale="90000"/>
          </a:bodyPr>
          <a:lstStyle/>
          <a:p>
            <a:r>
              <a:rPr lang="en-US" dirty="0"/>
              <a:t>Workflow result</a:t>
            </a:r>
            <a:br>
              <a:rPr lang="en-US" dirty="0"/>
            </a:br>
            <a:r>
              <a:rPr lang="en-IN" sz="1800" dirty="0"/>
              <a:t>Successful execution of the CI/CD pipeline after all validation checks passed.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96A01D-F63D-82CF-700C-40F22C0A3B5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651001" y="1516671"/>
            <a:ext cx="8889998" cy="47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374C-CABB-4992-892E-DA906300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189963"/>
          </a:xfrm>
        </p:spPr>
        <p:txBody>
          <a:bodyPr>
            <a:normAutofit/>
          </a:bodyPr>
          <a:lstStyle/>
          <a:p>
            <a:r>
              <a:rPr lang="en-US" dirty="0"/>
              <a:t>Workflow fail scenario</a:t>
            </a:r>
            <a:br>
              <a:rPr lang="en-US" dirty="0"/>
            </a:br>
            <a:r>
              <a:rPr lang="en-IN" sz="1800" dirty="0"/>
              <a:t>Pipeline stopped automatically when Terraform formatting validation failed.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42EBF9-D491-B5AC-E695-39E636A855E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67754" y="1902778"/>
            <a:ext cx="8256492" cy="447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87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5423-A211-4468-BE95-88AD9F8C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2318E4-4C2C-FEFA-FC88-0EA08ED87A9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214694"/>
            <a:ext cx="5105400" cy="357650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6E467-28D3-FA92-83E4-A68CF1D9CE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72200" y="2214694"/>
            <a:ext cx="5105400" cy="3576505"/>
          </a:xfrm>
        </p:spPr>
        <p:txBody>
          <a:bodyPr/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cap="none" dirty="0" err="1"/>
              <a:t>Studentonboardingserializer</a:t>
            </a:r>
            <a:r>
              <a:rPr lang="en-IN" cap="none" dirty="0"/>
              <a:t> </a:t>
            </a:r>
          </a:p>
          <a:p>
            <a:pPr lvl="0"/>
            <a:r>
              <a:rPr lang="en-IN" cap="none" dirty="0"/>
              <a:t>Field-level validation </a:t>
            </a:r>
          </a:p>
          <a:p>
            <a:pPr lvl="0"/>
            <a:r>
              <a:rPr lang="en-IN" cap="none" dirty="0"/>
              <a:t>Business rule validation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25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DC50-CE3E-A36D-6616-C96C2618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33211"/>
          </a:xfrm>
        </p:spPr>
        <p:txBody>
          <a:bodyPr/>
          <a:lstStyle/>
          <a:p>
            <a:r>
              <a:rPr lang="en-IN" dirty="0"/>
              <a:t>DCYN (binary Yes/No) logic library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6F604F-AC72-7BF4-BEB0-04B13DCDD9E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78573503"/>
              </p:ext>
            </p:extLst>
          </p:nvPr>
        </p:nvGraphicFramePr>
        <p:xfrm>
          <a:off x="914400" y="2523807"/>
          <a:ext cx="10363200" cy="2194560"/>
        </p:xfrm>
        <a:graphic>
          <a:graphicData uri="http://schemas.openxmlformats.org/drawingml/2006/table">
            <a:tbl>
              <a:tblPr/>
              <a:tblGrid>
                <a:gridCol w="3454400">
                  <a:extLst>
                    <a:ext uri="{9D8B030D-6E8A-4147-A177-3AD203B41FA5}">
                      <a16:colId xmlns:a16="http://schemas.microsoft.com/office/drawing/2014/main" val="216615118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688830143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7435126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Input 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669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Email valid?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 format check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/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228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Phone valid?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 digits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/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431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 valid?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Between 5 and 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/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71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LSA requested?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 /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67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Consent given?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 /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10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668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CFA02-BCC6-40E2-7F9A-C4C75048A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748370"/>
          </a:xfrm>
        </p:spPr>
        <p:txBody>
          <a:bodyPr/>
          <a:lstStyle/>
          <a:p>
            <a:r>
              <a:rPr lang="en-US" dirty="0"/>
              <a:t>Decisions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3E4C9A-1E6F-D3F7-CD16-0C9D4529570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56750892"/>
              </p:ext>
            </p:extLst>
          </p:nvPr>
        </p:nvGraphicFramePr>
        <p:xfrm>
          <a:off x="914400" y="2298859"/>
          <a:ext cx="10363200" cy="256032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3996596845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3009234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430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Terraform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Infrastructure as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02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Avoid hardcoding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255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Least Privilege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326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Github</a:t>
                      </a:r>
                      <a:r>
                        <a:rPr lang="en-IN" dirty="0"/>
                        <a:t> 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991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Gitleaks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Secret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323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Serializer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Strict data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36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3349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F5B-B560-9D9D-DD2C-C2245F183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36906"/>
          </a:xfrm>
        </p:spPr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C21CD-DBF6-65E1-0036-FE39AAEF46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555424"/>
            <a:ext cx="10363826" cy="4235775"/>
          </a:xfrm>
        </p:spPr>
        <p:txBody>
          <a:bodyPr/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cap="none" dirty="0"/>
              <a:t>Understanding GCP resource provisioning with Terraform </a:t>
            </a:r>
          </a:p>
          <a:p>
            <a:pPr lvl="0"/>
            <a:r>
              <a:rPr lang="en-IN" cap="none" dirty="0"/>
              <a:t>Building a fail-closed CI/CD pipeline </a:t>
            </a:r>
          </a:p>
          <a:p>
            <a:pPr lvl="0"/>
            <a:r>
              <a:rPr lang="en-IN" cap="none" dirty="0"/>
              <a:t>Designing strict serializer validation </a:t>
            </a:r>
          </a:p>
          <a:p>
            <a:pPr lvl="0"/>
            <a:r>
              <a:rPr lang="en-IN" cap="none" dirty="0"/>
              <a:t>Applying IAM using least-privilege principles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279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8281-1130-33B9-B562-9654E16D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61491"/>
          </a:xfrm>
        </p:spPr>
        <p:txBody>
          <a:bodyPr/>
          <a:lstStyle/>
          <a:p>
            <a:r>
              <a:rPr lang="en-US" dirty="0"/>
              <a:t>outcome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7CFDB-6891-F317-2A68-4C042A94A8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480008"/>
            <a:ext cx="10363826" cy="4311191"/>
          </a:xfrm>
        </p:spPr>
        <p:txBody>
          <a:bodyPr/>
          <a:lstStyle/>
          <a:p>
            <a:pPr lvl="0"/>
            <a:endParaRPr lang="en-IN" dirty="0"/>
          </a:p>
          <a:p>
            <a:pPr lvl="0"/>
            <a:endParaRPr lang="en-IN" dirty="0"/>
          </a:p>
          <a:p>
            <a:pPr lvl="0"/>
            <a:r>
              <a:rPr lang="en-IN" cap="none" dirty="0"/>
              <a:t>Provisioned secure infrastructure using Terraform </a:t>
            </a:r>
          </a:p>
          <a:p>
            <a:pPr lvl="0"/>
            <a:r>
              <a:rPr lang="en-IN" cap="none" dirty="0"/>
              <a:t>Implemented automated CI/CD validation </a:t>
            </a:r>
          </a:p>
          <a:p>
            <a:pPr lvl="0"/>
            <a:r>
              <a:rPr lang="en-IN" cap="none" dirty="0"/>
              <a:t>Built reusable request validation </a:t>
            </a:r>
          </a:p>
          <a:p>
            <a:pPr lvl="0"/>
            <a:r>
              <a:rPr lang="en-IN" cap="none" dirty="0"/>
              <a:t>Strengthened understanding of Google security and automation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294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D80525-0C2C-3F0C-E772-82CE434B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2366127"/>
            <a:ext cx="9615964" cy="155542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F28C6-51F4-3C47-7E4A-6396DE6C61E8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4662488"/>
            <a:ext cx="10363200" cy="1139825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84358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97</TotalTime>
  <Words>319</Words>
  <Application>Microsoft Office PowerPoint</Application>
  <PresentationFormat>Widescreen</PresentationFormat>
  <Paragraphs>111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Tw Cen MT</vt:lpstr>
      <vt:lpstr>Droplet</vt:lpstr>
      <vt:lpstr>Habot Hiring Project</vt:lpstr>
      <vt:lpstr>Introduction</vt:lpstr>
      <vt:lpstr>About Project</vt:lpstr>
      <vt:lpstr>Terraform</vt:lpstr>
      <vt:lpstr>Security features</vt:lpstr>
      <vt:lpstr>Ci/cd pipeline</vt:lpstr>
      <vt:lpstr>Workflow</vt:lpstr>
      <vt:lpstr>Workflow Steps</vt:lpstr>
      <vt:lpstr>Workflow result Successful execution of the CI/CD pipeline after all validation checks passed.</vt:lpstr>
      <vt:lpstr>Workflow fail scenario Pipeline stopped automatically when Terraform formatting validation failed.</vt:lpstr>
      <vt:lpstr>Django</vt:lpstr>
      <vt:lpstr>DCYN (binary Yes/No) logic library</vt:lpstr>
      <vt:lpstr>Decisions</vt:lpstr>
      <vt:lpstr>challenges</vt:lpstr>
      <vt:lpstr>outcome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Rajan Sharma</dc:creator>
  <cp:lastModifiedBy>Rajan Sharma</cp:lastModifiedBy>
  <cp:revision>7</cp:revision>
  <dcterms:created xsi:type="dcterms:W3CDTF">2026-08-02T08:44:47Z</dcterms:created>
  <dcterms:modified xsi:type="dcterms:W3CDTF">2026-08-02T10:28:21Z</dcterms:modified>
</cp:coreProperties>
</file>